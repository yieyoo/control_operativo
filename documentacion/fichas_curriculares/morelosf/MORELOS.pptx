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144000" type="letter"/>
  <p:notesSz cx="7023100" cy="93091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9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EBF7A-692B-4EE3-BF7E-EA8EB37C2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6EAD4-0760-4C6A-944C-2C2D42D1B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8EEAE-0F1B-4FF6-9B9B-21872C22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CDC0F5-6DA0-4E7A-9EF7-7D8A92BE2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DABCD-9A6F-40E0-9774-0889ABE0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136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87F3E-CA6E-4755-ACC0-2AC8541D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D89490-1969-4984-BFF0-86703408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1F3E39-BFFD-4885-9E34-114DE75D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97BE5D-9393-4F4F-B700-A0CAD38A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6AF07F-CE4B-4118-A3A7-AB16BAE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959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93404-2869-4A86-A0CA-271BC8B3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33AA1F-C9F0-4143-AB3E-35383B046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BEBA4-9FFB-4BF0-A026-4816B56F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F67B1C-19CE-4F64-9542-9DCE7A60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353A3-9548-43DE-8CD9-6DB5A38F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534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C15A4-D02F-4F43-A86F-ECD796C8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10DB8C-36C1-47DD-9592-FBEF99DD4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161652-958D-4B9D-98E1-1EA833503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332EA4-1378-4707-91D6-82C1652D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0AE988-29C0-4E5D-9BD9-8480E52D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329549-E9E2-4C7A-851D-22B12E9E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709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FFABA-0A76-4F21-AC30-47142D12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CA08E8-64B5-43EF-A3DE-7A5F2D8E4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9EB96A-760A-477C-85F8-112818D1A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F9B2F0-4572-45EA-BB8D-232709D0B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F3A4DA-5CF0-4457-A579-9828BDF7E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EAB2C1-2BB2-439D-88C7-FC7AA776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492C24-AFC6-4FEB-958B-5AC0F9BC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A792CF-E46F-4D29-9E6C-4297722F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709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3ECD5-A98E-4A2D-B68C-4221A7AE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02D83E-B2D3-4A8E-97DB-BB9E807C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C5280C-F4DB-4352-9590-F0EADB6A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06FABE-6C85-4018-84C0-58C6CA8A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94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EC9BB6-B87C-428A-936F-19B6D75B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90AA97-39EF-4191-8916-73FAFF4E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357412-B494-43D5-9F0E-F9B88780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520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70419-ED70-4B34-A95C-53C85F83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F41884-0453-41BB-8C5A-5BB3DACCF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046816-C803-45EE-BE0E-A1F9B5CC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CAFC5C-D795-4F1C-A8EC-6CD3D5BF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EF8D43-6EB1-41DD-868A-D4D3FD2C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68B448-F040-40F4-BA48-5DDA186A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625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C3876-0D41-483C-81DD-4EAEF203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2DC8C9-2D6C-46A3-8D75-E959AD4E7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CC682-CA7D-4186-8C38-286A7E966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281FE2-0DBA-4FF5-9AFC-291FF4F0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E1F78-B8CB-4AB1-81D3-C9712567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E29F28-F406-477F-8C4A-0C3085C2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191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CDB13-0BE6-4E06-BC10-072A60FA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5E1024-75B0-4EF9-9921-51B0ADB3D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65639-BABA-40FF-8F9D-2016ECD3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E5E570-FB2B-4366-ACC6-3463111D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A205C-AF50-41ED-BD3D-F0768E5C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4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3469B6-C1C3-4FC1-834B-6B7C6502B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4BC25C-DE53-4135-9A11-E8DAAB501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1FF186-9FE1-46E0-9B9A-192C4AFD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F2CE4-A938-4649-AC7A-43FB7AC1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5FF8C9-E460-43B1-8E12-7E46A518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111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A41811-CA89-497B-82DD-0031F694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CC98D0-3200-448A-8C23-4F20CA7DD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CBC678-4BF1-4BE1-A54B-CCBE06B43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280666-41A2-4D89-A9C7-B24488FCE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54BF86-CC19-469B-8C51-131DAF583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731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martinez@inami.gob.m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243211" y="222472"/>
            <a:ext cx="2066553" cy="8621948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224679" y="2974825"/>
            <a:ext cx="2066553" cy="357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Formación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Académica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Maestría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 en Seguridad Nacional.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E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Licenciatura </a:t>
            </a: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en  Derecho.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Licenciatura </a:t>
            </a: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en Ciencias de la Comunicación.</a:t>
            </a:r>
          </a:p>
          <a:p>
            <a:pPr marL="0" indent="0" algn="l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endParaRPr lang="es-MX" sz="1000" b="1" dirty="0"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257348" y="6338652"/>
            <a:ext cx="2085085" cy="2094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Información de Contacto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 2" panose="05020102010507070707" pitchFamily="18" charset="2"/>
              <a:buChar char="("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Personal: 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 2" panose="05020102010507070707" pitchFamily="18" charset="2"/>
              <a:buNone/>
            </a:pPr>
            <a:r>
              <a:rPr lang="es-MX" sz="1100" b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5561666669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("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Trabajo: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0" baseline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777 315 7464 ext. 8460222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*"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Institucional: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smartinez@inami.gob.mx</a:t>
            </a:r>
            <a:endParaRPr lang="es-MX" sz="1100" b="1" baseline="0" dirty="0">
              <a:solidFill>
                <a:schemeClr val="bg1"/>
              </a:solidFill>
              <a:effectLst/>
              <a:latin typeface="Montserrat" pitchFamily="2" charset="0"/>
              <a:sym typeface="Wingding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327695" y="1296339"/>
            <a:ext cx="4512374" cy="7278531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MX" b="1" dirty="0">
                <a:solidFill>
                  <a:srgbClr val="DEC9A7"/>
                </a:solidFill>
                <a:effectLst/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s-MX" sz="9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Año de ingreso al INM: 2023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Morelos.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Representación. 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Oficina de Representación en el Estado de Yucatán.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1/03/2025 –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15/06/2025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Titular de la Oficina de Representación.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Oficina de Representación en el Estado de Hidalgo.</a:t>
            </a:r>
          </a:p>
          <a:p>
            <a:pPr marL="180975" indent="-18097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16/05/2024 – 28/02/2025: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Titular de la Oficina de  Representación.</a:t>
            </a:r>
          </a:p>
          <a:p>
            <a:pPr marL="180975" indent="-18097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Oficina de Representación en el Estado de Quintana Roo.</a:t>
            </a:r>
          </a:p>
          <a:p>
            <a:pPr marL="180975" indent="-18097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 01/02/2023 - 15/05/2024: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Sub Representante Federal en Playa del  Carmen.</a:t>
            </a:r>
            <a:endParaRPr lang="es-MX" sz="1000" b="1" baseline="0" dirty="0">
              <a:solidFill>
                <a:srgbClr val="660033"/>
              </a:solidFill>
              <a:effectLst/>
              <a:latin typeface="Montserrat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MX" sz="10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1" dirty="0">
                <a:solidFill>
                  <a:srgbClr val="DEC9A7"/>
                </a:solidFill>
                <a:effectLst/>
                <a:latin typeface="Montserrat" pitchFamily="2" charset="0"/>
              </a:rPr>
              <a:t>CARRERA PROFESIONAL</a:t>
            </a: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9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MX" sz="1000" b="1" kern="1200" baseline="0" dirty="0">
                <a:solidFill>
                  <a:srgbClr val="660033"/>
                </a:solidFill>
                <a:effectLst/>
                <a:latin typeface="Montserrat" pitchFamily="2" charset="0"/>
                <a:ea typeface="+mn-ea"/>
                <a:cs typeface="+mn-cs"/>
              </a:rPr>
              <a:t>Cuenta con una trayectoria de más de 13 años en la Administración Pública, ocupando los siguientes cargos, entre otros: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Gobierno del Estado de Quintana Roo: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 de Giras del Ejecutivo Estatal en Zona Norte/Subdirector de Giras y Eventos;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Procuraduría General de la República: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 de Coordinación Interinstitucional/Secretario Particular del Titular  de la Coordinación de Planeación, Desarrollo e Innovación Institucional;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Poder Judicial: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Subdirector de Políticas de Seguridad y Normativa/Subdirector de Control Logístico en Mecanismos de Seguridad;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Secretaría de Desarrollo Social: </a:t>
            </a: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Subdirector de Planeación Estratégica.</a:t>
            </a:r>
            <a:endParaRPr lang="es-MX" sz="1000" b="0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s-MX" sz="1050" b="1" dirty="0">
              <a:solidFill>
                <a:srgbClr val="DEC9A7"/>
              </a:solidFill>
              <a:effectLst/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2309764" y="299580"/>
            <a:ext cx="4105469" cy="612140"/>
          </a:xfrm>
          <a:prstGeom prst="rect">
            <a:avLst/>
          </a:prstGeom>
          <a:ln>
            <a:noFill/>
          </a:ln>
        </p:spPr>
      </p:pic>
      <p:pic>
        <p:nvPicPr>
          <p:cNvPr id="14" name="Picture 2" descr="W:\SDCO_Zona Sur\SUR\CV TITULARES DE LAS O R\SEMBLANZAS CURRICULARES TOR -JUNIO 2024\FOTOS\HIDALGO- SERGIO A MARTINEZ C. ARROYO.png">
            <a:extLst>
              <a:ext uri="{FF2B5EF4-FFF2-40B4-BE49-F238E27FC236}">
                <a16:creationId xmlns:a16="http://schemas.microsoft.com/office/drawing/2014/main" id="{A0774E83-EAFD-4855-AF71-5102F4363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58" y="911720"/>
            <a:ext cx="792088" cy="10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1E54A1A0-E84A-4F6C-BA15-780781F6A4B8}"/>
              </a:ext>
            </a:extLst>
          </p:cNvPr>
          <p:cNvSpPr/>
          <p:nvPr/>
        </p:nvSpPr>
        <p:spPr>
          <a:xfrm>
            <a:off x="293812" y="420984"/>
            <a:ext cx="2033883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Montserrat" pitchFamily="2" charset="0"/>
              </a:rPr>
              <a:t>  MORELOS</a:t>
            </a:r>
            <a:endParaRPr lang="es-MX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3CB8732C-1B52-452F-8345-AFE159039EC3}"/>
              </a:ext>
            </a:extLst>
          </p:cNvPr>
          <p:cNvSpPr/>
          <p:nvPr/>
        </p:nvSpPr>
        <p:spPr>
          <a:xfrm>
            <a:off x="424838" y="2092834"/>
            <a:ext cx="1734929" cy="7386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  <a:latin typeface="Montserrat" pitchFamily="2" charset="0"/>
              </a:rPr>
              <a:t>Mtro. Sergio A. Martínez C. Arroyo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00" b="20944"/>
          <a:stretch/>
        </p:blipFill>
        <p:spPr>
          <a:xfrm>
            <a:off x="0" y="8347170"/>
            <a:ext cx="6829939" cy="7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252</Words>
  <Application>Microsoft Office PowerPoint</Application>
  <PresentationFormat>Carta (216 x 279 mm)</PresentationFormat>
  <Paragraphs>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Wingdings</vt:lpstr>
      <vt:lpstr>Wingdings 2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41</cp:revision>
  <cp:lastPrinted>2025-06-17T18:35:39Z</cp:lastPrinted>
  <dcterms:created xsi:type="dcterms:W3CDTF">2025-04-24T00:06:49Z</dcterms:created>
  <dcterms:modified xsi:type="dcterms:W3CDTF">2025-06-17T18:37:00Z</dcterms:modified>
</cp:coreProperties>
</file>