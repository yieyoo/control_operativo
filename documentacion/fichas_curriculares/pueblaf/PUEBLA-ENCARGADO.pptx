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144000" cy="6858000" type="letter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499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031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8923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3868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678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93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764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218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184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578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168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19.06.2025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88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fgaona@inami.gob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31" r="1" b="1035"/>
          <a:stretch/>
        </p:blipFill>
        <p:spPr>
          <a:xfrm>
            <a:off x="121157" y="6177975"/>
            <a:ext cx="9022844" cy="680025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121158" y="224685"/>
            <a:ext cx="2054583" cy="6466461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121156" y="3016628"/>
            <a:ext cx="2054582" cy="1220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Formación</a:t>
            </a:r>
          </a:p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 Académica</a:t>
            </a:r>
          </a:p>
          <a:p>
            <a:pPr algn="ctr">
              <a:lnSpc>
                <a:spcPct val="150000"/>
              </a:lnSpc>
              <a:defRPr/>
            </a:pPr>
            <a:endParaRPr lang="es-MX" sz="1000" b="1" dirty="0">
              <a:solidFill>
                <a:schemeClr val="bg1"/>
              </a:solidFill>
              <a:latin typeface="Montserrat" pitchFamily="2" charset="0"/>
            </a:endParaRPr>
          </a:p>
          <a:p>
            <a:pPr marL="128588" indent="-12858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1000" b="1" dirty="0">
                <a:solidFill>
                  <a:schemeClr val="bg1"/>
                </a:solidFill>
                <a:latin typeface="Montserrat" pitchFamily="2" charset="0"/>
              </a:rPr>
              <a:t>Licenciatura </a:t>
            </a:r>
            <a:r>
              <a:rPr lang="es-ES" sz="1000" dirty="0">
                <a:solidFill>
                  <a:schemeClr val="bg1"/>
                </a:solidFill>
                <a:latin typeface="Montserrat" pitchFamily="2" charset="0"/>
              </a:rPr>
              <a:t>en Administración Militar.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121156" y="4548939"/>
            <a:ext cx="2054582" cy="1900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050" b="1" dirty="0">
                <a:solidFill>
                  <a:schemeClr val="bg1"/>
                </a:solidFill>
                <a:latin typeface="Montserrat" pitchFamily="2" charset="0"/>
              </a:rPr>
              <a:t>Información de Contacto</a:t>
            </a:r>
          </a:p>
          <a:p>
            <a:pPr algn="ctr">
              <a:lnSpc>
                <a:spcPct val="150000"/>
              </a:lnSpc>
              <a:defRPr/>
            </a:pPr>
            <a:endParaRPr lang="es-MX" sz="1050" b="1" dirty="0">
              <a:solidFill>
                <a:schemeClr val="bg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 2"/>
              </a:rPr>
              <a:t> </a:t>
            </a: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Personal: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9931992123</a:t>
            </a:r>
          </a:p>
          <a:p>
            <a:pPr marL="128588" indent="-128588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Trabajo: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2222359041</a:t>
            </a:r>
          </a:p>
          <a:p>
            <a:pPr algn="just">
              <a:lnSpc>
                <a:spcPct val="150000"/>
              </a:lnSpc>
            </a:pPr>
            <a:r>
              <a:rPr lang="es-ES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ext. 8510247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Institucional 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lrivello@inami.gob.mx</a:t>
            </a:r>
            <a:endParaRPr lang="es-MX" sz="1000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  <a:p>
            <a:pPr algn="just">
              <a:lnSpc>
                <a:spcPct val="150000"/>
              </a:lnSpc>
            </a:pPr>
            <a:endParaRPr lang="es-MX" sz="825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2175734" y="689890"/>
            <a:ext cx="6968265" cy="5685916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solidFill>
                  <a:srgbClr val="DEC9A7"/>
                </a:solidFill>
                <a:latin typeface="Montserrat" pitchFamily="2" charset="0"/>
              </a:rPr>
              <a:t>TRAYECTORIA INM</a:t>
            </a:r>
          </a:p>
          <a:p>
            <a:pPr>
              <a:lnSpc>
                <a:spcPct val="150000"/>
              </a:lnSpc>
            </a:pPr>
            <a:endParaRPr lang="es-MX" sz="750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Año de ingreso al INM: 2020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Puebla.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s-MX" sz="600" b="1" dirty="0">
              <a:solidFill>
                <a:srgbClr val="660033"/>
              </a:solidFill>
              <a:latin typeface="Montserrat" pitchFamily="2" charset="0"/>
            </a:endParaRPr>
          </a:p>
          <a:p>
            <a:pPr marL="135731" indent="-135731" algn="just">
              <a:lnSpc>
                <a:spcPct val="150000"/>
              </a:lnSpc>
            </a:pP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     16/06/2025 - a la fecha: </a:t>
            </a:r>
            <a:r>
              <a:rPr lang="es-MX" sz="1100" dirty="0">
                <a:solidFill>
                  <a:srgbClr val="660033"/>
                </a:solidFill>
                <a:latin typeface="Montserrat" pitchFamily="2" charset="0"/>
              </a:rPr>
              <a:t>Encargado de la Oficina de Representación.</a:t>
            </a:r>
          </a:p>
          <a:p>
            <a:pPr marL="135731" indent="-135731" algn="just">
              <a:lnSpc>
                <a:spcPct val="150000"/>
              </a:lnSpc>
            </a:pPr>
            <a:endParaRPr lang="es-MX" sz="800" dirty="0">
              <a:solidFill>
                <a:srgbClr val="660033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     01/10/2021 – a la fecha:  </a:t>
            </a:r>
            <a:r>
              <a:rPr lang="es-MX" sz="1100" dirty="0">
                <a:solidFill>
                  <a:srgbClr val="660033"/>
                </a:solidFill>
                <a:latin typeface="Montserrat" pitchFamily="2" charset="0"/>
              </a:rPr>
              <a:t>Subdirector de la Estación Migratoria.</a:t>
            </a:r>
          </a:p>
          <a:p>
            <a:pPr algn="just">
              <a:lnSpc>
                <a:spcPct val="150000"/>
              </a:lnSpc>
            </a:pPr>
            <a:endParaRPr lang="es-MX" sz="800" dirty="0">
              <a:solidFill>
                <a:srgbClr val="660033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s-MX" sz="1100" dirty="0">
                <a:solidFill>
                  <a:srgbClr val="660033"/>
                </a:solidFill>
                <a:latin typeface="Montserrat" pitchFamily="2" charset="0"/>
              </a:rPr>
              <a:t>      </a:t>
            </a: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16/09/2020 – 30/09/2021:</a:t>
            </a:r>
            <a:r>
              <a:rPr lang="es-MX" sz="1100" dirty="0">
                <a:solidFill>
                  <a:srgbClr val="660033"/>
                </a:solidFill>
                <a:latin typeface="Montserrat" pitchFamily="2" charset="0"/>
              </a:rPr>
              <a:t>  Jefe de Departamento de Operación, </a:t>
            </a:r>
          </a:p>
          <a:p>
            <a:pPr algn="just">
              <a:lnSpc>
                <a:spcPct val="150000"/>
              </a:lnSpc>
              <a:defRPr/>
            </a:pPr>
            <a:r>
              <a:rPr lang="es-MX" sz="1100" dirty="0">
                <a:solidFill>
                  <a:srgbClr val="660033"/>
                </a:solidFill>
                <a:latin typeface="Montserrat" pitchFamily="2" charset="0"/>
              </a:rPr>
              <a:t>      Seguridad y Custodia en la Estancia Migratoria.</a:t>
            </a:r>
          </a:p>
          <a:p>
            <a:pPr>
              <a:lnSpc>
                <a:spcPct val="150000"/>
              </a:lnSpc>
              <a:defRPr/>
            </a:pPr>
            <a:endParaRPr lang="es-MX" sz="750" dirty="0">
              <a:solidFill>
                <a:srgbClr val="660033"/>
              </a:solidFill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solidFill>
                  <a:srgbClr val="DEC9A7"/>
                </a:solidFill>
                <a:latin typeface="Montserrat" pitchFamily="2" charset="0"/>
              </a:rPr>
              <a:t>CARRERA PROFESIONAL</a:t>
            </a:r>
          </a:p>
          <a:p>
            <a:pPr>
              <a:lnSpc>
                <a:spcPct val="150000"/>
              </a:lnSpc>
            </a:pPr>
            <a:endParaRPr lang="es-MX" sz="1400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Cuenta con más de 6 años de experiencia en el ámbito militar desempeñando diversos cargos, entre otros: </a:t>
            </a:r>
          </a:p>
          <a:p>
            <a:pPr algn="just">
              <a:lnSpc>
                <a:spcPct val="150000"/>
              </a:lnSpc>
            </a:pPr>
            <a:endParaRPr lang="es-MX" sz="1100" b="1" dirty="0">
              <a:solidFill>
                <a:srgbClr val="660033"/>
              </a:solidFill>
              <a:latin typeface="Montserrat" pitchFamily="2" charset="0"/>
            </a:endParaRP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65/o Batallón de Infantería: </a:t>
            </a:r>
            <a:r>
              <a:rPr lang="es-MX" sz="1100" dirty="0">
                <a:solidFill>
                  <a:srgbClr val="660033"/>
                </a:solidFill>
                <a:latin typeface="Montserrat" pitchFamily="2" charset="0"/>
              </a:rPr>
              <a:t>Subteniente de Infantería.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Grupo Aeromóvil de Fuerzas  Especiales: </a:t>
            </a:r>
            <a:r>
              <a:rPr lang="es-MX" sz="1100" dirty="0">
                <a:solidFill>
                  <a:srgbClr val="660033"/>
                </a:solidFill>
                <a:latin typeface="Montserrat" pitchFamily="2" charset="0"/>
              </a:rPr>
              <a:t>Teniente de Infantería.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100" b="1" dirty="0">
                <a:solidFill>
                  <a:srgbClr val="660033"/>
                </a:solidFill>
                <a:latin typeface="Montserrat" pitchFamily="2" charset="0"/>
              </a:rPr>
              <a:t>Cuartel General de la 3/a Brigada de Infantería Independiente: </a:t>
            </a:r>
            <a:r>
              <a:rPr lang="es-MX" sz="1100" dirty="0">
                <a:solidFill>
                  <a:srgbClr val="660033"/>
                </a:solidFill>
                <a:latin typeface="Montserrat" pitchFamily="2" charset="0"/>
              </a:rPr>
              <a:t>Capitán 2/o  de Infantería Diplomado de Estado Mayor.</a:t>
            </a:r>
            <a:endParaRPr lang="es-MX" sz="1100" b="1" dirty="0">
              <a:solidFill>
                <a:srgbClr val="660033"/>
              </a:solidFill>
              <a:latin typeface="Montserrat" pitchFamily="2" charset="0"/>
            </a:endParaRPr>
          </a:p>
          <a:p>
            <a:pPr>
              <a:lnSpc>
                <a:spcPct val="150000"/>
              </a:lnSpc>
              <a:defRPr/>
            </a:pPr>
            <a:endParaRPr lang="es-MX" sz="825" dirty="0">
              <a:solidFill>
                <a:srgbClr val="660033"/>
              </a:solidFill>
              <a:latin typeface="Montserrat" pitchFamily="2" charset="0"/>
            </a:endParaRP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4583243" y="-4868"/>
            <a:ext cx="4560757" cy="680025"/>
          </a:xfrm>
          <a:prstGeom prst="rect">
            <a:avLst/>
          </a:prstGeom>
          <a:ln>
            <a:noFill/>
          </a:ln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85A50674-F36E-4B68-89B8-2390C1A0157E}"/>
              </a:ext>
            </a:extLst>
          </p:cNvPr>
          <p:cNvSpPr/>
          <p:nvPr/>
        </p:nvSpPr>
        <p:spPr>
          <a:xfrm>
            <a:off x="121156" y="357428"/>
            <a:ext cx="2054581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ENCARGADO DE LA OFICINA DE REPRESENTACIÓN EN        EL ESTADO DE PUEBLA</a:t>
            </a:r>
            <a:endParaRPr lang="es-MX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B5B16FB0-086A-4F96-853E-504EAB67A9BC}"/>
              </a:ext>
            </a:extLst>
          </p:cNvPr>
          <p:cNvSpPr/>
          <p:nvPr/>
        </p:nvSpPr>
        <p:spPr>
          <a:xfrm>
            <a:off x="121157" y="2486117"/>
            <a:ext cx="2054581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  <a:latin typeface="Montserrat" pitchFamily="2" charset="0"/>
              </a:rPr>
              <a:t>LUIS FERNANDO RIVIELLO RODRÍGUEZ</a:t>
            </a:r>
            <a:endParaRPr lang="es-MX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7C9E72-8FDA-42C5-933C-7F4536D9611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433" r="8139"/>
          <a:stretch/>
        </p:blipFill>
        <p:spPr>
          <a:xfrm>
            <a:off x="702476" y="1194734"/>
            <a:ext cx="891941" cy="119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174</Words>
  <Application>Microsoft Office PowerPoint</Application>
  <PresentationFormat>Carta (216 x 279 mm)</PresentationFormat>
  <Paragraphs>32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Jimenez Hernandez, Diego Emilio</cp:lastModifiedBy>
  <cp:revision>37</cp:revision>
  <cp:lastPrinted>2025-06-19T17:51:09Z</cp:lastPrinted>
  <dcterms:created xsi:type="dcterms:W3CDTF">2025-04-24T00:06:49Z</dcterms:created>
  <dcterms:modified xsi:type="dcterms:W3CDTF">2025-06-19T18:06:53Z</dcterms:modified>
</cp:coreProperties>
</file>