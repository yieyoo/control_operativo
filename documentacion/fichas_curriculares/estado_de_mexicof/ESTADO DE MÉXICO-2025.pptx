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144000" cy="6858000" type="letter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53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380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778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2951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808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717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161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1902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854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88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6451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729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242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CE2FDB39-6F72-464D-8AB2-CD36D7E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73" r="3071" b="7282"/>
          <a:stretch/>
        </p:blipFill>
        <p:spPr>
          <a:xfrm>
            <a:off x="177820" y="6252581"/>
            <a:ext cx="8966180" cy="637097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163306" y="275237"/>
            <a:ext cx="2289608" cy="6466461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39B6A8-850A-41A7-BC05-141D0CCF0BCC}"/>
              </a:ext>
            </a:extLst>
          </p:cNvPr>
          <p:cNvSpPr txBox="1"/>
          <p:nvPr/>
        </p:nvSpPr>
        <p:spPr>
          <a:xfrm>
            <a:off x="163306" y="2838780"/>
            <a:ext cx="2289608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MX" sz="1100" b="1" dirty="0">
                <a:solidFill>
                  <a:schemeClr val="bg1"/>
                </a:solidFill>
                <a:latin typeface="Montserrat" pitchFamily="2" charset="0"/>
              </a:rPr>
              <a:t>Formación Académica</a:t>
            </a:r>
          </a:p>
          <a:p>
            <a:pPr algn="ctr">
              <a:lnSpc>
                <a:spcPct val="150000"/>
              </a:lnSpc>
              <a:defRPr/>
            </a:pPr>
            <a:endParaRPr lang="es-MX" sz="1100" b="1" dirty="0">
              <a:solidFill>
                <a:schemeClr val="bg1"/>
              </a:solidFill>
              <a:latin typeface="Montserrat" pitchFamily="2" charset="0"/>
            </a:endParaRPr>
          </a:p>
          <a:p>
            <a:pPr marL="257175" indent="-257175">
              <a:lnSpc>
                <a:spcPct val="150000"/>
              </a:lnSpc>
              <a:buSzPts val="1200"/>
              <a:buFont typeface="Wingdings"/>
              <a:buChar char=""/>
              <a:defRPr/>
            </a:pPr>
            <a:r>
              <a:rPr lang="es-MX" sz="1100" b="1" dirty="0">
                <a:solidFill>
                  <a:schemeClr val="bg1"/>
                </a:solidFill>
                <a:latin typeface="Montserrat" pitchFamily="2" charset="0"/>
              </a:rPr>
              <a:t>Licenciatura</a:t>
            </a:r>
            <a:r>
              <a:rPr lang="es-MX" sz="1100" dirty="0">
                <a:solidFill>
                  <a:schemeClr val="bg1"/>
                </a:solidFill>
                <a:latin typeface="Montserrat" pitchFamily="2" charset="0"/>
              </a:rPr>
              <a:t> en Derecho.</a:t>
            </a:r>
          </a:p>
          <a:p>
            <a:pPr algn="ctr">
              <a:lnSpc>
                <a:spcPct val="115000"/>
              </a:lnSpc>
            </a:pPr>
            <a:r>
              <a:rPr lang="es-MX" sz="1100" dirty="0">
                <a:solidFill>
                  <a:schemeClr val="bg1"/>
                </a:solidFill>
                <a:latin typeface="Montserrat" pitchFamily="2" charset="0"/>
              </a:rPr>
              <a:t> </a:t>
            </a:r>
            <a:endParaRPr lang="es-MX" sz="1100" dirty="0">
              <a:solidFill>
                <a:schemeClr val="bg1"/>
              </a:solidFill>
              <a:latin typeface="Montserrat" pitchFamily="2" charset="0"/>
              <a:ea typeface="Calibri"/>
              <a:cs typeface="Times New Roman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177820" y="3993064"/>
            <a:ext cx="2289608" cy="260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MX" sz="1100" b="1" dirty="0">
                <a:solidFill>
                  <a:schemeClr val="bg1"/>
                </a:solidFill>
                <a:latin typeface="Montserrat" pitchFamily="2" charset="0"/>
              </a:rPr>
              <a:t>Información de</a:t>
            </a:r>
          </a:p>
          <a:p>
            <a:pPr algn="ctr">
              <a:lnSpc>
                <a:spcPct val="150000"/>
              </a:lnSpc>
              <a:defRPr/>
            </a:pPr>
            <a:r>
              <a:rPr lang="es-MX" sz="1100" b="1" dirty="0">
                <a:solidFill>
                  <a:schemeClr val="bg1"/>
                </a:solidFill>
                <a:latin typeface="Montserrat" pitchFamily="2" charset="0"/>
              </a:rPr>
              <a:t>Contacto</a:t>
            </a:r>
          </a:p>
          <a:p>
            <a:pPr>
              <a:lnSpc>
                <a:spcPct val="150000"/>
              </a:lnSpc>
              <a:defRPr/>
            </a:pPr>
            <a:endParaRPr lang="es-MX" sz="1100" b="1" dirty="0">
              <a:solidFill>
                <a:schemeClr val="bg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100" b="1" dirty="0">
                <a:solidFill>
                  <a:schemeClr val="bg1"/>
                </a:solidFill>
                <a:latin typeface="Montserrat" pitchFamily="2" charset="0"/>
                <a:sym typeface="Wingdings 2"/>
              </a:rPr>
              <a:t> </a:t>
            </a:r>
            <a:r>
              <a:rPr lang="es-MX" sz="11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Personal:</a:t>
            </a:r>
          </a:p>
          <a:p>
            <a:pPr>
              <a:lnSpc>
                <a:spcPct val="150000"/>
              </a:lnSpc>
            </a:pPr>
            <a:r>
              <a:rPr lang="es-MX" sz="11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5569917376</a:t>
            </a:r>
          </a:p>
          <a:p>
            <a:pPr marL="128588" indent="-128588" algn="just">
              <a:lnSpc>
                <a:spcPct val="150000"/>
              </a:lnSpc>
              <a:buFont typeface="Wingdings" pitchFamily="2" charset="2"/>
              <a:buChar char="("/>
            </a:pPr>
            <a:r>
              <a:rPr lang="es-MX" sz="11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Trabajo:</a:t>
            </a:r>
            <a:r>
              <a:rPr lang="es-MX" sz="11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7222155884</a:t>
            </a:r>
          </a:p>
          <a:p>
            <a:pPr algn="just">
              <a:lnSpc>
                <a:spcPct val="150000"/>
              </a:lnSpc>
            </a:pPr>
            <a:r>
              <a:rPr lang="es-MX" sz="11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ext.  8370262</a:t>
            </a:r>
          </a:p>
          <a:p>
            <a:pPr algn="just">
              <a:lnSpc>
                <a:spcPct val="150000"/>
              </a:lnSpc>
            </a:pPr>
            <a:r>
              <a:rPr lang="es-MX" sz="11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Institucional:</a:t>
            </a:r>
          </a:p>
          <a:p>
            <a:pPr algn="just">
              <a:lnSpc>
                <a:spcPct val="150000"/>
              </a:lnSpc>
            </a:pPr>
            <a:r>
              <a:rPr lang="es-MX" sz="11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ncampos@inami.gob.mx</a:t>
            </a:r>
          </a:p>
          <a:p>
            <a:pPr algn="just">
              <a:lnSpc>
                <a:spcPct val="150000"/>
              </a:lnSpc>
            </a:pPr>
            <a:endParaRPr lang="es-MX" sz="1100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3AE3FB-BBBB-4780-BEA0-348ED633AEF9}"/>
              </a:ext>
            </a:extLst>
          </p:cNvPr>
          <p:cNvSpPr txBox="1"/>
          <p:nvPr/>
        </p:nvSpPr>
        <p:spPr>
          <a:xfrm>
            <a:off x="2452914" y="651557"/>
            <a:ext cx="6662058" cy="5594737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600" b="1" dirty="0">
                <a:solidFill>
                  <a:srgbClr val="DEC9A7"/>
                </a:solidFill>
                <a:latin typeface="Montserrat" pitchFamily="2" charset="0"/>
              </a:rPr>
              <a:t>TRAYECTORIA INM</a:t>
            </a:r>
          </a:p>
          <a:p>
            <a:pPr>
              <a:lnSpc>
                <a:spcPct val="150000"/>
              </a:lnSpc>
              <a:defRPr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Año de ingreso al INM: 2019.</a:t>
            </a:r>
          </a:p>
          <a:p>
            <a:pPr marL="128588" indent="-1285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México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16/06/2025-a la fecha: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Titular de Oficina de Representación.</a:t>
            </a:r>
            <a:endParaRPr lang="es-MX" sz="1000" b="1" dirty="0">
              <a:solidFill>
                <a:srgbClr val="660033"/>
              </a:solidFill>
              <a:latin typeface="Montserrat" pitchFamily="2" charset="0"/>
            </a:endParaRPr>
          </a:p>
          <a:p>
            <a:pPr marL="128588" indent="-1285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Morelos.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16/03/2025-15/06/2025: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Titular de Oficina de Representación.</a:t>
            </a:r>
          </a:p>
          <a:p>
            <a:pPr marL="128588" indent="-1285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Dirección General de Coordinación de Oficinas de Representación. 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01/01/2024-28/02/2025: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Directora de Supervisión y Evaluación Regional.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01/11/2019-31/12/2023: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 Subdirectora de Supervisión.</a:t>
            </a:r>
          </a:p>
          <a:p>
            <a:pPr algn="just">
              <a:lnSpc>
                <a:spcPct val="150000"/>
              </a:lnSpc>
              <a:defRPr/>
            </a:pPr>
            <a:endParaRPr lang="es-MX" sz="750" dirty="0">
              <a:solidFill>
                <a:srgbClr val="660033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s-MX" sz="1600" b="1" dirty="0">
                <a:solidFill>
                  <a:srgbClr val="DEC9A7"/>
                </a:solidFill>
                <a:latin typeface="Montserrat" pitchFamily="2" charset="0"/>
              </a:rPr>
              <a:t>CARRERA PROFESIONAL</a:t>
            </a:r>
          </a:p>
          <a:p>
            <a:pPr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Cuenta con una trayectoria de más de 18 años de experiencia en el sector público, ocupando entre otros cargos, los siguientes:</a:t>
            </a:r>
            <a:endParaRPr lang="es-MX" sz="1000" dirty="0">
              <a:solidFill>
                <a:srgbClr val="660033"/>
              </a:solidFill>
              <a:latin typeface="Montserrat" pitchFamily="2" charset="0"/>
            </a:endParaRP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Directora de Asistencia Técnica de la Secretaria General. </a:t>
            </a: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Instituto Politécnico Nacional.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Directora de Gobierno y Subdirectora de Mercados y Comercio en Vía Publica. </a:t>
            </a: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Alcaldía Miguel Hidalgo.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Jefa del Área de Concertación de Apoyos Económicos. </a:t>
            </a: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Centro de Incubación de Empresas de Base Tecnológica.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Directora General Adjunta de Ordenamiento de la Propiedad Rural. </a:t>
            </a: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Secretaria de la Reforma Agraria SEDATU.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Directora de Expropiaciones. </a:t>
            </a: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Secretaria de la Reforma Agraria SEDATU.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Diputada Federal de Mayoría. </a:t>
            </a: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H. Congreso de la Unión.</a:t>
            </a:r>
          </a:p>
          <a:p>
            <a:pPr algn="just">
              <a:lnSpc>
                <a:spcPct val="150000"/>
              </a:lnSpc>
              <a:defRPr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</a:t>
            </a: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5015413" y="4292"/>
            <a:ext cx="4128587" cy="615587"/>
          </a:xfrm>
          <a:prstGeom prst="rect">
            <a:avLst/>
          </a:prstGeom>
          <a:ln>
            <a:noFill/>
          </a:ln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837B4FB-8C00-422F-8D1C-FD589B938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955" y="844663"/>
            <a:ext cx="1088666" cy="1302677"/>
          </a:xfrm>
          <a:prstGeom prst="rect">
            <a:avLst/>
          </a:prstGeom>
        </p:spPr>
      </p:pic>
      <p:sp>
        <p:nvSpPr>
          <p:cNvPr id="15" name="8 Rectángulo">
            <a:extLst>
              <a:ext uri="{FF2B5EF4-FFF2-40B4-BE49-F238E27FC236}">
                <a16:creationId xmlns:a16="http://schemas.microsoft.com/office/drawing/2014/main" id="{EE1326C0-06C7-443B-ACC7-D94474A332A8}"/>
              </a:ext>
            </a:extLst>
          </p:cNvPr>
          <p:cNvSpPr/>
          <p:nvPr/>
        </p:nvSpPr>
        <p:spPr>
          <a:xfrm>
            <a:off x="163306" y="525356"/>
            <a:ext cx="2289608" cy="2616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1100" b="1" dirty="0">
                <a:solidFill>
                  <a:schemeClr val="bg1"/>
                </a:solidFill>
                <a:latin typeface="Montserrat" pitchFamily="2" charset="0"/>
              </a:rPr>
              <a:t>ESTADO DE MÉXICO</a:t>
            </a:r>
            <a:endParaRPr lang="es-MX" sz="11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10 Rectángulo">
            <a:extLst>
              <a:ext uri="{FF2B5EF4-FFF2-40B4-BE49-F238E27FC236}">
                <a16:creationId xmlns:a16="http://schemas.microsoft.com/office/drawing/2014/main" id="{728806EA-565D-44D4-9DBF-0DF805DD1E0D}"/>
              </a:ext>
            </a:extLst>
          </p:cNvPr>
          <p:cNvSpPr/>
          <p:nvPr/>
        </p:nvSpPr>
        <p:spPr>
          <a:xfrm>
            <a:off x="163306" y="2227644"/>
            <a:ext cx="2289608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Lic. Nelly Campos Quiroz</a:t>
            </a:r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225</Words>
  <Application>Microsoft Office PowerPoint</Application>
  <PresentationFormat>Carta (216 x 279 mm)</PresentationFormat>
  <Paragraphs>34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Wingdings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Jimenez Hernandez, Diego Emilio</cp:lastModifiedBy>
  <cp:revision>26</cp:revision>
  <cp:lastPrinted>2025-06-17T18:31:21Z</cp:lastPrinted>
  <dcterms:created xsi:type="dcterms:W3CDTF">2025-04-24T00:06:49Z</dcterms:created>
  <dcterms:modified xsi:type="dcterms:W3CDTF">2025-06-17T19:41:21Z</dcterms:modified>
</cp:coreProperties>
</file>