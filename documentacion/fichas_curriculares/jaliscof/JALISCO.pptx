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6256000" cy="9144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9A7DD7-180F-40E1-BAAE-0FAC412D3593}" v="1" dt="2025-06-17T19:27:27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25" d="100"/>
          <a:sy n="25" d="100"/>
        </p:scale>
        <p:origin x="192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Jiménez Gómez" userId="e8e1a3bb2d1e013b" providerId="LiveId" clId="{D89A7DD7-180F-40E1-BAAE-0FAC412D3593}"/>
    <pc:docChg chg="modSld modMainMaster">
      <pc:chgData name="Guillermo Jiménez Gómez" userId="e8e1a3bb2d1e013b" providerId="LiveId" clId="{D89A7DD7-180F-40E1-BAAE-0FAC412D3593}" dt="2025-06-17T19:27:27.383" v="0"/>
      <pc:docMkLst>
        <pc:docMk/>
      </pc:docMkLst>
      <pc:sldChg chg="modSp">
        <pc:chgData name="Guillermo Jiménez Gómez" userId="e8e1a3bb2d1e013b" providerId="LiveId" clId="{D89A7DD7-180F-40E1-BAAE-0FAC412D3593}" dt="2025-06-17T19:27:27.383" v="0"/>
        <pc:sldMkLst>
          <pc:docMk/>
          <pc:sldMk cId="4165610468" sldId="256"/>
        </pc:sldMkLst>
        <pc:spChg chg="mod">
          <ac:chgData name="Guillermo Jiménez Gómez" userId="e8e1a3bb2d1e013b" providerId="LiveId" clId="{D89A7DD7-180F-40E1-BAAE-0FAC412D3593}" dt="2025-06-17T19:27:27.383" v="0"/>
          <ac:spMkLst>
            <pc:docMk/>
            <pc:sldMk cId="4165610468" sldId="256"/>
            <ac:spMk id="13" creationId="{4C39B6A8-850A-41A7-BC05-141D0CCF0BCC}"/>
          </ac:spMkLst>
        </pc:spChg>
        <pc:spChg chg="mod">
          <ac:chgData name="Guillermo Jiménez Gómez" userId="e8e1a3bb2d1e013b" providerId="LiveId" clId="{D89A7DD7-180F-40E1-BAAE-0FAC412D3593}" dt="2025-06-17T19:27:27.383" v="0"/>
          <ac:spMkLst>
            <pc:docMk/>
            <pc:sldMk cId="4165610468" sldId="256"/>
            <ac:spMk id="15" creationId="{85A50674-F36E-4B68-89B8-2390C1A0157E}"/>
          </ac:spMkLst>
        </pc:spChg>
        <pc:spChg chg="mod">
          <ac:chgData name="Guillermo Jiménez Gómez" userId="e8e1a3bb2d1e013b" providerId="LiveId" clId="{D89A7DD7-180F-40E1-BAAE-0FAC412D3593}" dt="2025-06-17T19:27:27.383" v="0"/>
          <ac:spMkLst>
            <pc:docMk/>
            <pc:sldMk cId="4165610468" sldId="256"/>
            <ac:spMk id="17" creationId="{4DC4B574-C21F-433D-9C03-EC1981764D48}"/>
          </ac:spMkLst>
        </pc:spChg>
        <pc:spChg chg="mod">
          <ac:chgData name="Guillermo Jiménez Gómez" userId="e8e1a3bb2d1e013b" providerId="LiveId" clId="{D89A7DD7-180F-40E1-BAAE-0FAC412D3593}" dt="2025-06-17T19:27:27.383" v="0"/>
          <ac:spMkLst>
            <pc:docMk/>
            <pc:sldMk cId="4165610468" sldId="256"/>
            <ac:spMk id="19" creationId="{B5B16FB0-086A-4F96-853E-504EAB67A9BC}"/>
          </ac:spMkLst>
        </pc:spChg>
        <pc:spChg chg="mod">
          <ac:chgData name="Guillermo Jiménez Gómez" userId="e8e1a3bb2d1e013b" providerId="LiveId" clId="{D89A7DD7-180F-40E1-BAAE-0FAC412D3593}" dt="2025-06-17T19:27:27.383" v="0"/>
          <ac:spMkLst>
            <pc:docMk/>
            <pc:sldMk cId="4165610468" sldId="256"/>
            <ac:spMk id="20" creationId="{A03AE3FB-BBBB-4780-BEA0-348ED633AEF9}"/>
          </ac:spMkLst>
        </pc:spChg>
        <pc:picChg chg="mod">
          <ac:chgData name="Guillermo Jiménez Gómez" userId="e8e1a3bb2d1e013b" providerId="LiveId" clId="{D89A7DD7-180F-40E1-BAAE-0FAC412D3593}" dt="2025-06-17T19:27:27.383" v="0"/>
          <ac:picMkLst>
            <pc:docMk/>
            <pc:sldMk cId="4165610468" sldId="256"/>
            <ac:picMk id="4" creationId="{50120CE6-BCC7-4F9B-8F8B-947245FEDD2E}"/>
          </ac:picMkLst>
        </pc:picChg>
        <pc:picChg chg="mod">
          <ac:chgData name="Guillermo Jiménez Gómez" userId="e8e1a3bb2d1e013b" providerId="LiveId" clId="{D89A7DD7-180F-40E1-BAAE-0FAC412D3593}" dt="2025-06-17T19:27:27.383" v="0"/>
          <ac:picMkLst>
            <pc:docMk/>
            <pc:sldMk cId="4165610468" sldId="256"/>
            <ac:picMk id="5" creationId="{8D408511-F0FC-4365-AA24-3F55CAC94EDA}"/>
          </ac:picMkLst>
        </pc:picChg>
        <pc:picChg chg="mod">
          <ac:chgData name="Guillermo Jiménez Gómez" userId="e8e1a3bb2d1e013b" providerId="LiveId" clId="{D89A7DD7-180F-40E1-BAAE-0FAC412D3593}" dt="2025-06-17T19:27:27.383" v="0"/>
          <ac:picMkLst>
            <pc:docMk/>
            <pc:sldMk cId="4165610468" sldId="256"/>
            <ac:picMk id="14" creationId="{22F2DFD6-1608-4203-B9DB-3EDCF7A3D5B6}"/>
          </ac:picMkLst>
        </pc:picChg>
        <pc:picChg chg="mod">
          <ac:chgData name="Guillermo Jiménez Gómez" userId="e8e1a3bb2d1e013b" providerId="LiveId" clId="{D89A7DD7-180F-40E1-BAAE-0FAC412D3593}" dt="2025-06-17T19:27:27.383" v="0"/>
          <ac:picMkLst>
            <pc:docMk/>
            <pc:sldMk cId="4165610468" sldId="256"/>
            <ac:picMk id="16" creationId="{CE2FDB39-6F72-464D-8AB2-CD36D7E6D7FF}"/>
          </ac:picMkLst>
        </pc:picChg>
        <pc:picChg chg="mod">
          <ac:chgData name="Guillermo Jiménez Gómez" userId="e8e1a3bb2d1e013b" providerId="LiveId" clId="{D89A7DD7-180F-40E1-BAAE-0FAC412D3593}" dt="2025-06-17T19:27:27.383" v="0"/>
          <ac:picMkLst>
            <pc:docMk/>
            <pc:sldMk cId="4165610468" sldId="256"/>
            <ac:picMk id="21" creationId="{4482D245-332C-4A06-9EC6-A0156C6C73D5}"/>
          </ac:picMkLst>
        </pc:picChg>
      </pc:sldChg>
      <pc:sldMasterChg chg="modSp modSldLayout">
        <pc:chgData name="Guillermo Jiménez Gómez" userId="e8e1a3bb2d1e013b" providerId="LiveId" clId="{D89A7DD7-180F-40E1-BAAE-0FAC412D3593}" dt="2025-06-17T19:27:27.383" v="0"/>
        <pc:sldMasterMkLst>
          <pc:docMk/>
          <pc:sldMasterMk cId="1007317988" sldId="2147483684"/>
        </pc:sldMasterMkLst>
        <pc:spChg chg="mod">
          <ac:chgData name="Guillermo Jiménez Gómez" userId="e8e1a3bb2d1e013b" providerId="LiveId" clId="{D89A7DD7-180F-40E1-BAAE-0FAC412D3593}" dt="2025-06-17T19:27:27.383" v="0"/>
          <ac:spMkLst>
            <pc:docMk/>
            <pc:sldMasterMk cId="1007317988" sldId="2147483684"/>
            <ac:spMk id="2" creationId="{B5A41811-CA89-497B-82DD-0031F6949EE2}"/>
          </ac:spMkLst>
        </pc:spChg>
        <pc:spChg chg="mod">
          <ac:chgData name="Guillermo Jiménez Gómez" userId="e8e1a3bb2d1e013b" providerId="LiveId" clId="{D89A7DD7-180F-40E1-BAAE-0FAC412D3593}" dt="2025-06-17T19:27:27.383" v="0"/>
          <ac:spMkLst>
            <pc:docMk/>
            <pc:sldMasterMk cId="1007317988" sldId="2147483684"/>
            <ac:spMk id="3" creationId="{89CC98D0-3200-448A-8C23-4F20CA7DD492}"/>
          </ac:spMkLst>
        </pc:spChg>
        <pc:spChg chg="mod">
          <ac:chgData name="Guillermo Jiménez Gómez" userId="e8e1a3bb2d1e013b" providerId="LiveId" clId="{D89A7DD7-180F-40E1-BAAE-0FAC412D3593}" dt="2025-06-17T19:27:27.383" v="0"/>
          <ac:spMkLst>
            <pc:docMk/>
            <pc:sldMasterMk cId="1007317988" sldId="2147483684"/>
            <ac:spMk id="4" creationId="{B1CBC678-4BF1-4BE1-A54B-CCBE06B43BA7}"/>
          </ac:spMkLst>
        </pc:spChg>
        <pc:spChg chg="mod">
          <ac:chgData name="Guillermo Jiménez Gómez" userId="e8e1a3bb2d1e013b" providerId="LiveId" clId="{D89A7DD7-180F-40E1-BAAE-0FAC412D3593}" dt="2025-06-17T19:27:27.383" v="0"/>
          <ac:spMkLst>
            <pc:docMk/>
            <pc:sldMasterMk cId="1007317988" sldId="2147483684"/>
            <ac:spMk id="5" creationId="{58280666-41A2-4D89-A9C7-B24488FCEEC1}"/>
          </ac:spMkLst>
        </pc:spChg>
        <pc:spChg chg="mod">
          <ac:chgData name="Guillermo Jiménez Gómez" userId="e8e1a3bb2d1e013b" providerId="LiveId" clId="{D89A7DD7-180F-40E1-BAAE-0FAC412D3593}" dt="2025-06-17T19:27:27.383" v="0"/>
          <ac:spMkLst>
            <pc:docMk/>
            <pc:sldMasterMk cId="1007317988" sldId="2147483684"/>
            <ac:spMk id="6" creationId="{FA54BF86-CC19-469B-8C51-131DAF583242}"/>
          </ac:spMkLst>
        </pc:spChg>
        <pc:sldLayoutChg chg="modSp">
          <pc:chgData name="Guillermo Jiménez Gómez" userId="e8e1a3bb2d1e013b" providerId="LiveId" clId="{D89A7DD7-180F-40E1-BAAE-0FAC412D3593}" dt="2025-06-17T19:27:27.383" v="0"/>
          <pc:sldLayoutMkLst>
            <pc:docMk/>
            <pc:sldMasterMk cId="1007317988" sldId="2147483684"/>
            <pc:sldLayoutMk cId="841368349" sldId="2147483685"/>
          </pc:sldLayoutMkLst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841368349" sldId="2147483685"/>
              <ac:spMk id="2" creationId="{98DEBF7A-692B-4EE3-BF7E-EA8EB37C2D5C}"/>
            </ac:spMkLst>
          </pc:spChg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841368349" sldId="2147483685"/>
              <ac:spMk id="3" creationId="{D826EAD4-0760-4C6A-944C-2C2D42D1BA56}"/>
            </ac:spMkLst>
          </pc:spChg>
        </pc:sldLayoutChg>
        <pc:sldLayoutChg chg="modSp">
          <pc:chgData name="Guillermo Jiménez Gómez" userId="e8e1a3bb2d1e013b" providerId="LiveId" clId="{D89A7DD7-180F-40E1-BAAE-0FAC412D3593}" dt="2025-06-17T19:27:27.383" v="0"/>
          <pc:sldLayoutMkLst>
            <pc:docMk/>
            <pc:sldMasterMk cId="1007317988" sldId="2147483684"/>
            <pc:sldLayoutMk cId="2105345998" sldId="2147483687"/>
          </pc:sldLayoutMkLst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2105345998" sldId="2147483687"/>
              <ac:spMk id="2" creationId="{72793404-2869-4A86-A0CA-271BC8B33EB0}"/>
            </ac:spMkLst>
          </pc:spChg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2105345998" sldId="2147483687"/>
              <ac:spMk id="3" creationId="{1A33AA1F-C9F0-4143-AB3E-35383B0468F8}"/>
            </ac:spMkLst>
          </pc:spChg>
        </pc:sldLayoutChg>
        <pc:sldLayoutChg chg="modSp">
          <pc:chgData name="Guillermo Jiménez Gómez" userId="e8e1a3bb2d1e013b" providerId="LiveId" clId="{D89A7DD7-180F-40E1-BAAE-0FAC412D3593}" dt="2025-06-17T19:27:27.383" v="0"/>
          <pc:sldLayoutMkLst>
            <pc:docMk/>
            <pc:sldMasterMk cId="1007317988" sldId="2147483684"/>
            <pc:sldLayoutMk cId="967090820" sldId="2147483688"/>
          </pc:sldLayoutMkLst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967090820" sldId="2147483688"/>
              <ac:spMk id="3" creationId="{8710DB8C-36C1-47DD-9592-FBEF99DD4BB1}"/>
            </ac:spMkLst>
          </pc:spChg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967090820" sldId="2147483688"/>
              <ac:spMk id="4" creationId="{06161652-958D-4B9D-98E1-1EA8335031BD}"/>
            </ac:spMkLst>
          </pc:spChg>
        </pc:sldLayoutChg>
        <pc:sldLayoutChg chg="modSp">
          <pc:chgData name="Guillermo Jiménez Gómez" userId="e8e1a3bb2d1e013b" providerId="LiveId" clId="{D89A7DD7-180F-40E1-BAAE-0FAC412D3593}" dt="2025-06-17T19:27:27.383" v="0"/>
          <pc:sldLayoutMkLst>
            <pc:docMk/>
            <pc:sldMasterMk cId="1007317988" sldId="2147483684"/>
            <pc:sldLayoutMk cId="897091164" sldId="2147483689"/>
          </pc:sldLayoutMkLst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897091164" sldId="2147483689"/>
              <ac:spMk id="2" creationId="{0EDFFABA-0A76-4F21-AC30-47142D12DC78}"/>
            </ac:spMkLst>
          </pc:spChg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897091164" sldId="2147483689"/>
              <ac:spMk id="3" creationId="{93CA08E8-64B5-43EF-A3DE-7A5F2D8E420C}"/>
            </ac:spMkLst>
          </pc:spChg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897091164" sldId="2147483689"/>
              <ac:spMk id="4" creationId="{619EB96A-760A-477C-85F8-112818D1A770}"/>
            </ac:spMkLst>
          </pc:spChg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897091164" sldId="2147483689"/>
              <ac:spMk id="5" creationId="{F8F9B2F0-4572-45EA-BB8D-232709D0BD1D}"/>
            </ac:spMkLst>
          </pc:spChg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897091164" sldId="2147483689"/>
              <ac:spMk id="6" creationId="{9BF3A4DA-5CF0-4457-A579-9828BDF7EC50}"/>
            </ac:spMkLst>
          </pc:spChg>
        </pc:sldLayoutChg>
        <pc:sldLayoutChg chg="modSp">
          <pc:chgData name="Guillermo Jiménez Gómez" userId="e8e1a3bb2d1e013b" providerId="LiveId" clId="{D89A7DD7-180F-40E1-BAAE-0FAC412D3593}" dt="2025-06-17T19:27:27.383" v="0"/>
          <pc:sldLayoutMkLst>
            <pc:docMk/>
            <pc:sldMasterMk cId="1007317988" sldId="2147483684"/>
            <pc:sldLayoutMk cId="2106253331" sldId="2147483692"/>
          </pc:sldLayoutMkLst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2106253331" sldId="2147483692"/>
              <ac:spMk id="2" creationId="{43370419-ED70-4B34-A95C-53C85F83735D}"/>
            </ac:spMkLst>
          </pc:spChg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2106253331" sldId="2147483692"/>
              <ac:spMk id="3" creationId="{01F41884-0453-41BB-8C5A-5BB3DACCF630}"/>
            </ac:spMkLst>
          </pc:spChg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2106253331" sldId="2147483692"/>
              <ac:spMk id="4" creationId="{BE046816-C803-45EE-BE0E-A1F9B5CC511C}"/>
            </ac:spMkLst>
          </pc:spChg>
        </pc:sldLayoutChg>
        <pc:sldLayoutChg chg="modSp">
          <pc:chgData name="Guillermo Jiménez Gómez" userId="e8e1a3bb2d1e013b" providerId="LiveId" clId="{D89A7DD7-180F-40E1-BAAE-0FAC412D3593}" dt="2025-06-17T19:27:27.383" v="0"/>
          <pc:sldLayoutMkLst>
            <pc:docMk/>
            <pc:sldMasterMk cId="1007317988" sldId="2147483684"/>
            <pc:sldLayoutMk cId="1211911542" sldId="2147483693"/>
          </pc:sldLayoutMkLst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1211911542" sldId="2147483693"/>
              <ac:spMk id="2" creationId="{A00C3876-0D41-483C-81DD-4EAEF2037E9D}"/>
            </ac:spMkLst>
          </pc:spChg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1211911542" sldId="2147483693"/>
              <ac:spMk id="3" creationId="{E92DC8C9-2D6C-46A3-8D75-E959AD4E74E9}"/>
            </ac:spMkLst>
          </pc:spChg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1211911542" sldId="2147483693"/>
              <ac:spMk id="4" creationId="{044CC682-CA7D-4186-8C38-286A7E96618C}"/>
            </ac:spMkLst>
          </pc:spChg>
        </pc:sldLayoutChg>
        <pc:sldLayoutChg chg="modSp">
          <pc:chgData name="Guillermo Jiménez Gómez" userId="e8e1a3bb2d1e013b" providerId="LiveId" clId="{D89A7DD7-180F-40E1-BAAE-0FAC412D3593}" dt="2025-06-17T19:27:27.383" v="0"/>
          <pc:sldLayoutMkLst>
            <pc:docMk/>
            <pc:sldMasterMk cId="1007317988" sldId="2147483684"/>
            <pc:sldLayoutMk cId="871111268" sldId="2147483695"/>
          </pc:sldLayoutMkLst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871111268" sldId="2147483695"/>
              <ac:spMk id="2" creationId="{F53469B6-C1C3-4FC1-834B-6B7C6502B6D4}"/>
            </ac:spMkLst>
          </pc:spChg>
          <pc:spChg chg="mod">
            <ac:chgData name="Guillermo Jiménez Gómez" userId="e8e1a3bb2d1e013b" providerId="LiveId" clId="{D89A7DD7-180F-40E1-BAAE-0FAC412D3593}" dt="2025-06-17T19:27:27.383" v="0"/>
            <ac:spMkLst>
              <pc:docMk/>
              <pc:sldMasterMk cId="1007317988" sldId="2147483684"/>
              <pc:sldLayoutMk cId="871111268" sldId="2147483695"/>
              <ac:spMk id="3" creationId="{654BC25C-DE53-4135-9A11-E8DAAB501275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058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5167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490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13207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33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390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4260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550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14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205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932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547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gaona@inami.gob.m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D0722D44-FDBC-4129-AFBD-ABF5B06044DA}"/>
              </a:ext>
            </a:extLst>
          </p:cNvPr>
          <p:cNvGrpSpPr/>
          <p:nvPr/>
        </p:nvGrpSpPr>
        <p:grpSpPr>
          <a:xfrm>
            <a:off x="576501" y="-5737992"/>
            <a:ext cx="4898496" cy="20437210"/>
            <a:chOff x="440430" y="261026"/>
            <a:chExt cx="2381885" cy="862194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0120CE6-BCC7-4F9B-8F8B-947245FEDD2E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261026"/>
              <a:ext cx="2381885" cy="4332212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D408511-F0FC-4365-AA24-3F55CAC94EDA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4550762"/>
              <a:ext cx="2381885" cy="4332212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39B6A8-850A-41A7-BC05-141D0CCF0BCC}"/>
              </a:ext>
            </a:extLst>
          </p:cNvPr>
          <p:cNvSpPr txBox="1"/>
          <p:nvPr/>
        </p:nvSpPr>
        <p:spPr>
          <a:xfrm>
            <a:off x="491493" y="625348"/>
            <a:ext cx="4898496" cy="7246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167494">
              <a:lnSpc>
                <a:spcPct val="150000"/>
              </a:lnSpc>
              <a:defRPr/>
            </a:pPr>
            <a:r>
              <a:rPr lang="es-MX" sz="2607" b="1" dirty="0">
                <a:solidFill>
                  <a:schemeClr val="bg1"/>
                </a:solidFill>
                <a:latin typeface="Montserrat" pitchFamily="2" charset="0"/>
              </a:rPr>
              <a:t>Formación</a:t>
            </a:r>
          </a:p>
          <a:p>
            <a:pPr algn="ctr" defTabSz="2167494">
              <a:lnSpc>
                <a:spcPct val="150000"/>
              </a:lnSpc>
              <a:defRPr/>
            </a:pPr>
            <a:r>
              <a:rPr lang="es-MX" sz="2607" b="1" dirty="0">
                <a:solidFill>
                  <a:schemeClr val="bg1"/>
                </a:solidFill>
                <a:latin typeface="Montserrat" pitchFamily="2" charset="0"/>
              </a:rPr>
              <a:t> Académica</a:t>
            </a:r>
          </a:p>
          <a:p>
            <a:pPr algn="ctr" defTabSz="2167494">
              <a:lnSpc>
                <a:spcPct val="150000"/>
              </a:lnSpc>
              <a:defRPr/>
            </a:pPr>
            <a:endParaRPr lang="es-MX" sz="2607" b="1" dirty="0">
              <a:solidFill>
                <a:schemeClr val="bg1"/>
              </a:solidFill>
              <a:latin typeface="Montserrat" pitchFamily="2" charset="0"/>
            </a:endParaRPr>
          </a:p>
          <a:p>
            <a:pPr marL="406405" indent="-406405" defTabSz="216749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607" b="1" dirty="0">
                <a:solidFill>
                  <a:schemeClr val="bg1"/>
                </a:solidFill>
                <a:latin typeface="Montserrat" pitchFamily="2" charset="0"/>
              </a:rPr>
              <a:t>Estudios de Doctorado</a:t>
            </a:r>
            <a:r>
              <a:rPr lang="es-ES" sz="2607" dirty="0">
                <a:solidFill>
                  <a:schemeClr val="bg1"/>
                </a:solidFill>
                <a:latin typeface="Montserrat" pitchFamily="2" charset="0"/>
              </a:rPr>
              <a:t> en Administración Pública.</a:t>
            </a:r>
          </a:p>
          <a:p>
            <a:pPr defTabSz="2167494">
              <a:lnSpc>
                <a:spcPct val="150000"/>
              </a:lnSpc>
              <a:defRPr/>
            </a:pPr>
            <a:endParaRPr lang="es-ES" sz="2607" dirty="0">
              <a:solidFill>
                <a:schemeClr val="bg1"/>
              </a:solidFill>
              <a:latin typeface="Montserrat" pitchFamily="2" charset="0"/>
            </a:endParaRPr>
          </a:p>
          <a:p>
            <a:pPr marL="406405" indent="-406405" defTabSz="216749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607" b="1" dirty="0">
                <a:solidFill>
                  <a:schemeClr val="bg1"/>
                </a:solidFill>
                <a:latin typeface="Montserrat" pitchFamily="2" charset="0"/>
              </a:rPr>
              <a:t>Maestría </a:t>
            </a:r>
            <a:r>
              <a:rPr lang="es-ES" sz="2607" dirty="0">
                <a:solidFill>
                  <a:schemeClr val="bg1"/>
                </a:solidFill>
                <a:latin typeface="Montserrat" pitchFamily="2" charset="0"/>
              </a:rPr>
              <a:t>en Ciencias Penales.</a:t>
            </a:r>
          </a:p>
          <a:p>
            <a:pPr defTabSz="2167494">
              <a:lnSpc>
                <a:spcPct val="150000"/>
              </a:lnSpc>
              <a:defRPr/>
            </a:pPr>
            <a:endParaRPr lang="es-ES" sz="2607" dirty="0">
              <a:solidFill>
                <a:schemeClr val="bg1"/>
              </a:solidFill>
              <a:latin typeface="Montserrat" pitchFamily="2" charset="0"/>
            </a:endParaRPr>
          </a:p>
          <a:p>
            <a:pPr marL="406405" indent="-406405" defTabSz="216749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MX" sz="2607" b="1" dirty="0">
                <a:solidFill>
                  <a:schemeClr val="bg1"/>
                </a:solidFill>
                <a:latin typeface="Montserrat" pitchFamily="2" charset="0"/>
              </a:rPr>
              <a:t>Licenciatura  </a:t>
            </a:r>
            <a:r>
              <a:rPr lang="es-MX" sz="2607" dirty="0">
                <a:solidFill>
                  <a:schemeClr val="bg1"/>
                </a:solidFill>
                <a:latin typeface="Montserrat" pitchFamily="2" charset="0"/>
              </a:rPr>
              <a:t>en Derecho. </a:t>
            </a:r>
            <a:endParaRPr lang="es-MX" sz="2607" dirty="0">
              <a:solidFill>
                <a:schemeClr val="bg1"/>
              </a:solidFill>
              <a:latin typeface="Montserrat" pitchFamily="2" charset="0"/>
              <a:ea typeface="Calibri"/>
              <a:cs typeface="Times New Roman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C4B574-C21F-433D-9C03-EC1981764D48}"/>
              </a:ext>
            </a:extLst>
          </p:cNvPr>
          <p:cNvSpPr txBox="1"/>
          <p:nvPr/>
        </p:nvSpPr>
        <p:spPr>
          <a:xfrm>
            <a:off x="532573" y="8434241"/>
            <a:ext cx="4942424" cy="429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167494">
              <a:lnSpc>
                <a:spcPct val="150000"/>
              </a:lnSpc>
              <a:defRPr/>
            </a:pPr>
            <a:r>
              <a:rPr lang="es-MX" sz="2844" b="1" dirty="0">
                <a:solidFill>
                  <a:schemeClr val="bg1"/>
                </a:solidFill>
                <a:latin typeface="Montserrat" pitchFamily="2" charset="0"/>
              </a:rPr>
              <a:t>Información de Contacto</a:t>
            </a:r>
          </a:p>
          <a:p>
            <a:pPr algn="just">
              <a:lnSpc>
                <a:spcPct val="150000"/>
              </a:lnSpc>
            </a:pPr>
            <a:r>
              <a:rPr lang="es-MX" sz="2607" b="1" dirty="0">
                <a:solidFill>
                  <a:schemeClr val="bg1"/>
                </a:solidFill>
                <a:latin typeface="Montserrat" pitchFamily="2" charset="0"/>
                <a:sym typeface="Wingdings 2"/>
              </a:rPr>
              <a:t> </a:t>
            </a:r>
            <a:r>
              <a:rPr lang="es-MX" sz="2607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Personal: </a:t>
            </a:r>
            <a:r>
              <a:rPr lang="es-MX" sz="2607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8261661241</a:t>
            </a:r>
          </a:p>
          <a:p>
            <a:pPr marL="406405" indent="-406405" algn="just">
              <a:lnSpc>
                <a:spcPct val="150000"/>
              </a:lnSpc>
              <a:buFont typeface="Wingdings" pitchFamily="2" charset="2"/>
              <a:buChar char="("/>
            </a:pPr>
            <a:r>
              <a:rPr lang="es-MX" sz="2607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Trabajo: </a:t>
            </a:r>
            <a:r>
              <a:rPr lang="es-MX" sz="2607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3339420290</a:t>
            </a:r>
          </a:p>
          <a:p>
            <a:pPr algn="just">
              <a:lnSpc>
                <a:spcPct val="150000"/>
              </a:lnSpc>
            </a:pPr>
            <a:r>
              <a:rPr lang="es-MX" sz="2607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ext.  8420201</a:t>
            </a:r>
          </a:p>
          <a:p>
            <a:pPr marL="406405" indent="-406405" algn="just">
              <a:lnSpc>
                <a:spcPct val="150000"/>
              </a:lnSpc>
              <a:buFont typeface="Wingdings" pitchFamily="2" charset="2"/>
              <a:buChar char="*"/>
            </a:pPr>
            <a:r>
              <a:rPr lang="es-MX" sz="2607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Institucional </a:t>
            </a:r>
          </a:p>
          <a:p>
            <a:pPr algn="just">
              <a:lnSpc>
                <a:spcPct val="150000"/>
              </a:lnSpc>
            </a:pPr>
            <a:r>
              <a:rPr lang="es-MX" sz="2607" b="1" dirty="0">
                <a:solidFill>
                  <a:schemeClr val="bg1"/>
                </a:solidFill>
                <a:latin typeface="Montserrat" pitchFamily="2" charset="0"/>
                <a:sym typeface="Wingding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fgaona@inami.gob.mx</a:t>
            </a:r>
            <a:endParaRPr lang="es-MX" sz="2607" b="1" dirty="0">
              <a:solidFill>
                <a:schemeClr val="bg1"/>
              </a:solidFill>
              <a:latin typeface="Montserrat" pitchFamily="2" charset="0"/>
              <a:sym typeface="Wingdings"/>
            </a:endParaRPr>
          </a:p>
          <a:p>
            <a:pPr algn="just">
              <a:lnSpc>
                <a:spcPct val="150000"/>
              </a:lnSpc>
            </a:pPr>
            <a:endParaRPr lang="es-MX" sz="2607" b="1" dirty="0">
              <a:solidFill>
                <a:schemeClr val="bg1"/>
              </a:solidFill>
              <a:latin typeface="Montserrat" pitchFamily="2" charset="0"/>
              <a:sym typeface="Wingding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03AE3FB-BBBB-4780-BEA0-348ED633AEF9}"/>
              </a:ext>
            </a:extLst>
          </p:cNvPr>
          <p:cNvSpPr txBox="1"/>
          <p:nvPr/>
        </p:nvSpPr>
        <p:spPr>
          <a:xfrm>
            <a:off x="5389987" y="-2712264"/>
            <a:ext cx="10695998" cy="16929956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4267" b="1" dirty="0">
                <a:solidFill>
                  <a:srgbClr val="DEC9A7"/>
                </a:solidFill>
                <a:latin typeface="Montserrat" pitchFamily="2" charset="0"/>
              </a:rPr>
              <a:t>TRAYECTORIA INM</a:t>
            </a:r>
          </a:p>
          <a:p>
            <a:pPr>
              <a:lnSpc>
                <a:spcPct val="150000"/>
              </a:lnSpc>
            </a:pPr>
            <a:endParaRPr lang="es-MX" sz="2370" b="1" dirty="0">
              <a:solidFill>
                <a:srgbClr val="DEC9A7"/>
              </a:solidFill>
              <a:latin typeface="Montserrat" pitchFamily="2" charset="0"/>
            </a:endParaRPr>
          </a:p>
          <a:p>
            <a:pPr defTabSz="2167494">
              <a:lnSpc>
                <a:spcPct val="150000"/>
              </a:lnSpc>
              <a:defRPr/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Año de ingreso al INM: 2019</a:t>
            </a:r>
          </a:p>
          <a:p>
            <a:pPr marL="406405" indent="-40640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Jalisco.</a:t>
            </a:r>
          </a:p>
          <a:p>
            <a:pPr marL="428983" indent="-428983" algn="just">
              <a:lnSpc>
                <a:spcPct val="150000"/>
              </a:lnSpc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     16/06/2025 - a la fecha: </a:t>
            </a:r>
            <a:r>
              <a:rPr lang="es-MX" sz="2370" dirty="0">
                <a:solidFill>
                  <a:srgbClr val="660033"/>
                </a:solidFill>
                <a:latin typeface="Montserrat" pitchFamily="2" charset="0"/>
              </a:rPr>
              <a:t>Titular de la Oficina de  Representación.</a:t>
            </a:r>
            <a:endParaRPr lang="es-MX" sz="2370" b="1" dirty="0">
              <a:solidFill>
                <a:srgbClr val="660033"/>
              </a:solidFill>
              <a:latin typeface="Montserrat" pitchFamily="2" charset="0"/>
            </a:endParaRPr>
          </a:p>
          <a:p>
            <a:pPr marL="406405" indent="-40640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Puebla.</a:t>
            </a:r>
          </a:p>
          <a:p>
            <a:pPr marL="428983" indent="-428983" algn="just">
              <a:lnSpc>
                <a:spcPct val="150000"/>
              </a:lnSpc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     01/01/2023 – 15/06/2025: </a:t>
            </a:r>
            <a:r>
              <a:rPr lang="es-MX" sz="2370" dirty="0">
                <a:solidFill>
                  <a:srgbClr val="660033"/>
                </a:solidFill>
                <a:latin typeface="Montserrat" pitchFamily="2" charset="0"/>
              </a:rPr>
              <a:t>Titular de la Oficina de  Representación.</a:t>
            </a:r>
          </a:p>
          <a:p>
            <a:pPr marL="428983" indent="-428983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Tlaxcala.</a:t>
            </a:r>
          </a:p>
          <a:p>
            <a:pPr defTabSz="2167494">
              <a:lnSpc>
                <a:spcPct val="150000"/>
              </a:lnSpc>
              <a:defRPr/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     16/01/2022 – 31/12/2022: </a:t>
            </a:r>
            <a:r>
              <a:rPr lang="es-MX" sz="2370" dirty="0">
                <a:solidFill>
                  <a:srgbClr val="660033"/>
                </a:solidFill>
                <a:latin typeface="Montserrat" pitchFamily="2" charset="0"/>
              </a:rPr>
              <a:t>Titular de la Oficina de  Representación.</a:t>
            </a:r>
          </a:p>
          <a:p>
            <a:pPr marL="406405" indent="-406405" defTabSz="2167494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Puebla.</a:t>
            </a:r>
          </a:p>
          <a:p>
            <a:pPr defTabSz="2167494">
              <a:lnSpc>
                <a:spcPct val="150000"/>
              </a:lnSpc>
              <a:defRPr/>
            </a:pPr>
            <a:r>
              <a:rPr lang="es-MX" sz="2370" dirty="0">
                <a:solidFill>
                  <a:srgbClr val="660033"/>
                </a:solidFill>
                <a:latin typeface="Montserrat" pitchFamily="2" charset="0"/>
              </a:rPr>
              <a:t>     </a:t>
            </a: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16/06/2019 – 15/01/2022:</a:t>
            </a:r>
            <a:r>
              <a:rPr lang="es-MX" sz="2370" dirty="0">
                <a:solidFill>
                  <a:srgbClr val="660033"/>
                </a:solidFill>
                <a:latin typeface="Montserrat" pitchFamily="2" charset="0"/>
              </a:rPr>
              <a:t> Representante Local Zona Norte.</a:t>
            </a:r>
          </a:p>
          <a:p>
            <a:pPr defTabSz="2167494">
              <a:lnSpc>
                <a:spcPct val="150000"/>
              </a:lnSpc>
              <a:defRPr/>
            </a:pPr>
            <a:endParaRPr lang="es-MX" sz="2370" dirty="0">
              <a:solidFill>
                <a:srgbClr val="660033"/>
              </a:solidFill>
              <a:latin typeface="Montserrat" pitchFamily="2" charset="0"/>
            </a:endParaRPr>
          </a:p>
          <a:p>
            <a:pPr>
              <a:lnSpc>
                <a:spcPct val="150000"/>
              </a:lnSpc>
            </a:pPr>
            <a:r>
              <a:rPr lang="es-MX" sz="3793" b="1" dirty="0">
                <a:solidFill>
                  <a:srgbClr val="DEC9A7"/>
                </a:solidFill>
                <a:latin typeface="Montserrat" pitchFamily="2" charset="0"/>
              </a:rPr>
              <a:t>CARRERA PROFESIONAL</a:t>
            </a:r>
          </a:p>
          <a:p>
            <a:pPr>
              <a:lnSpc>
                <a:spcPct val="150000"/>
              </a:lnSpc>
            </a:pPr>
            <a:endParaRPr lang="es-MX" sz="3319" b="1" dirty="0">
              <a:solidFill>
                <a:srgbClr val="DEC9A7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Cuenta con más de 15 años de experiencia en la Administración Pública, ocupando los siguientes puestos, entre otros:</a:t>
            </a:r>
          </a:p>
          <a:p>
            <a:pPr marL="406405" indent="-40640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Gobierno del Estado de México: </a:t>
            </a:r>
            <a:r>
              <a:rPr lang="es-MX" sz="2370" dirty="0">
                <a:solidFill>
                  <a:srgbClr val="660033"/>
                </a:solidFill>
                <a:latin typeface="Montserrat" pitchFamily="2" charset="0"/>
              </a:rPr>
              <a:t>Subdirector de Licencias de Funcionamiento/Subdirector de Movilidad/Director de Apoyo Técnico del Sistema Estatal de Seguridad Pública/Subdirector General de Seguridad Pública y Vialidad;</a:t>
            </a:r>
          </a:p>
          <a:p>
            <a:pPr marL="406405" indent="-406405" algn="just" defTabSz="2167494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Secretaría de Agricultura, Ganadería, Desarrollo Rural, Pesca y Alimentación. Apoyos y Servicios a la Comercialización Agropecuaria: </a:t>
            </a:r>
            <a:r>
              <a:rPr lang="es-MX" sz="2370" dirty="0">
                <a:solidFill>
                  <a:srgbClr val="660033"/>
                </a:solidFill>
                <a:latin typeface="Montserrat" pitchFamily="2" charset="0"/>
              </a:rPr>
              <a:t>Director General de Programación y Evaluación  de Apoyos Directos;</a:t>
            </a:r>
          </a:p>
          <a:p>
            <a:pPr marL="406405" indent="-406405" algn="just" defTabSz="2167494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Gobierno del Estado de Tamaulipas: </a:t>
            </a:r>
            <a:r>
              <a:rPr lang="es-MX" sz="2370" dirty="0">
                <a:solidFill>
                  <a:srgbClr val="660033"/>
                </a:solidFill>
                <a:latin typeface="Montserrat" pitchFamily="2" charset="0"/>
              </a:rPr>
              <a:t>Subdirector de la Policía Preventiva en Reynosa/Director de Seguridad Pública y Vialidad en Ciudad del Mante;</a:t>
            </a:r>
          </a:p>
          <a:p>
            <a:pPr marL="406405" indent="-406405" algn="just" defTabSz="2167494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2370" b="1" dirty="0">
                <a:solidFill>
                  <a:srgbClr val="660033"/>
                </a:solidFill>
                <a:latin typeface="Montserrat" pitchFamily="2" charset="0"/>
              </a:rPr>
              <a:t>Entre otros cargos.</a:t>
            </a:r>
          </a:p>
          <a:p>
            <a:pPr defTabSz="2167494">
              <a:lnSpc>
                <a:spcPct val="150000"/>
              </a:lnSpc>
              <a:defRPr/>
            </a:pPr>
            <a:endParaRPr lang="es-MX" sz="2607" dirty="0">
              <a:solidFill>
                <a:srgbClr val="660033"/>
              </a:solidFill>
              <a:latin typeface="Montserrat" pitchFamily="2" charset="0"/>
            </a:endParaRPr>
          </a:p>
        </p:txBody>
      </p:sp>
      <p:pic>
        <p:nvPicPr>
          <p:cNvPr id="21" name="0 Imagen">
            <a:extLst>
              <a:ext uri="{FF2B5EF4-FFF2-40B4-BE49-F238E27FC236}">
                <a16:creationId xmlns:a16="http://schemas.microsoft.com/office/drawing/2014/main" id="{4482D245-332C-4A06-9EC6-A0156C6C73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r="39266"/>
          <a:stretch/>
        </p:blipFill>
        <p:spPr>
          <a:xfrm>
            <a:off x="5474997" y="-5555218"/>
            <a:ext cx="9731482" cy="1450999"/>
          </a:xfrm>
          <a:prstGeom prst="rect">
            <a:avLst/>
          </a:prstGeom>
          <a:ln>
            <a:noFill/>
          </a:ln>
        </p:spPr>
      </p:pic>
      <p:pic>
        <p:nvPicPr>
          <p:cNvPr id="14" name="Picture 2" descr="W:\SDCO_Zona Sur\SUR\CV TITULARES DE LAS O R\SEMBLANZAS CURRICULARES TOR -JUNIO 2024\FOTOS\PUEBLA FIDEL GAONA URBINA.png">
            <a:extLst>
              <a:ext uri="{FF2B5EF4-FFF2-40B4-BE49-F238E27FC236}">
                <a16:creationId xmlns:a16="http://schemas.microsoft.com/office/drawing/2014/main" id="{22F2DFD6-1608-4203-B9DB-3EDCF7A3D5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" t="6068" r="5447" b="8458"/>
          <a:stretch/>
        </p:blipFill>
        <p:spPr bwMode="auto">
          <a:xfrm>
            <a:off x="2023496" y="-3863698"/>
            <a:ext cx="2077158" cy="204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8 Rectángulo">
            <a:extLst>
              <a:ext uri="{FF2B5EF4-FFF2-40B4-BE49-F238E27FC236}">
                <a16:creationId xmlns:a16="http://schemas.microsoft.com/office/drawing/2014/main" id="{85A50674-F36E-4B68-89B8-2390C1A0157E}"/>
              </a:ext>
            </a:extLst>
          </p:cNvPr>
          <p:cNvSpPr/>
          <p:nvPr/>
        </p:nvSpPr>
        <p:spPr>
          <a:xfrm>
            <a:off x="576501" y="-5015737"/>
            <a:ext cx="4898496" cy="74898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MX" sz="4267" b="1" dirty="0">
                <a:solidFill>
                  <a:schemeClr val="bg1"/>
                </a:solidFill>
                <a:latin typeface="Montserrat" pitchFamily="2" charset="0"/>
              </a:rPr>
              <a:t>JALISCO</a:t>
            </a:r>
            <a:endParaRPr lang="es-MX" sz="4267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10 Rectángulo">
            <a:extLst>
              <a:ext uri="{FF2B5EF4-FFF2-40B4-BE49-F238E27FC236}">
                <a16:creationId xmlns:a16="http://schemas.microsoft.com/office/drawing/2014/main" id="{B5B16FB0-086A-4F96-853E-504EAB67A9BC}"/>
              </a:ext>
            </a:extLst>
          </p:cNvPr>
          <p:cNvSpPr/>
          <p:nvPr/>
        </p:nvSpPr>
        <p:spPr>
          <a:xfrm>
            <a:off x="448993" y="-1271459"/>
            <a:ext cx="5006777" cy="111389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3319" b="1" dirty="0">
                <a:solidFill>
                  <a:schemeClr val="bg1"/>
                </a:solidFill>
                <a:latin typeface="Montserrat" pitchFamily="2" charset="0"/>
              </a:rPr>
              <a:t>Mtro. Fidel Gaona</a:t>
            </a:r>
          </a:p>
          <a:p>
            <a:pPr algn="ctr"/>
            <a:r>
              <a:rPr lang="es-ES" sz="3319" b="1" dirty="0">
                <a:solidFill>
                  <a:schemeClr val="bg1"/>
                </a:solidFill>
                <a:latin typeface="Montserrat" pitchFamily="2" charset="0"/>
              </a:rPr>
              <a:t>Urbina</a:t>
            </a:r>
            <a:endParaRPr lang="es-MX" sz="3319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E2FDB39-6F72-464D-8AB2-CD36D7E6D7F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00" b="20944"/>
          <a:stretch/>
        </p:blipFill>
        <p:spPr>
          <a:xfrm>
            <a:off x="66516" y="13495361"/>
            <a:ext cx="16189485" cy="171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10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</TotalTime>
  <Words>257</Words>
  <Application>Microsoft Office PowerPoint</Application>
  <PresentationFormat>Personalizado</PresentationFormat>
  <Paragraphs>36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Wingdings</vt:lpstr>
      <vt:lpstr>Office 2013 - Tema de 2022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Jimenez Hernandez, Diego Emilio</dc:creator>
  <cp:lastModifiedBy>Guillermo Jiménez Gómez</cp:lastModifiedBy>
  <cp:revision>30</cp:revision>
  <cp:lastPrinted>2025-06-17T18:35:45Z</cp:lastPrinted>
  <dcterms:created xsi:type="dcterms:W3CDTF">2025-04-24T00:06:49Z</dcterms:created>
  <dcterms:modified xsi:type="dcterms:W3CDTF">2025-06-17T19:27:34Z</dcterms:modified>
</cp:coreProperties>
</file>